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CSS Complete Notes</a:t>
            </a:r>
          </a:p>
          <a:p>
            <a:r>
              <a:t>(For Bootstrap &amp; JavaScript)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Theory + Code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CSS Syntax &amp;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Rule Structure:</a:t>
            </a:r>
          </a:p>
          <a:p>
            <a:r>
              <a:t>selector { property: value; }</a:t>
            </a:r>
          </a:p>
          <a:p/>
          <a:p>
            <a:r>
              <a:t>Example:</a:t>
            </a:r>
          </a:p>
          <a:p>
            <a:r>
              <a:t>p { color: blue; }</a:t>
            </a:r>
          </a:p>
          <a:p/>
          <a:p>
            <a:r>
              <a:t>Selectors:</a:t>
            </a:r>
          </a:p>
          <a:p>
            <a:r>
              <a:t>.class  #id  div p  input[type='text']</a:t>
            </a:r>
          </a:p>
          <a:p>
            <a:r>
              <a:t>Pseudo: :hover  ::before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CSS Box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Box = Content + Padding + Border + Margin</a:t>
            </a:r>
          </a:p>
          <a:p/>
          <a:p>
            <a:r>
              <a:t>Example:</a:t>
            </a:r>
          </a:p>
          <a:p>
            <a:r>
              <a:t>div {</a:t>
            </a:r>
          </a:p>
          <a:p>
            <a:r>
              <a:t>  width: 200px;</a:t>
            </a:r>
          </a:p>
          <a:p>
            <a:r>
              <a:t>  padding: 10px;</a:t>
            </a:r>
          </a:p>
          <a:p>
            <a:r>
              <a:t>  border: 2px solid black;</a:t>
            </a:r>
          </a:p>
          <a:p>
            <a:r>
              <a:t>  margin: 20px;</a:t>
            </a:r>
          </a:p>
          <a:p>
            <a:r>
              <a:t>  box-sizing: border-box;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Display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 → full width</a:t>
            </a:r>
          </a:p>
          <a:p>
            <a:r>
              <a:t>inline → only content width</a:t>
            </a:r>
          </a:p>
          <a:p>
            <a:r>
              <a:t>inline-block → mix</a:t>
            </a:r>
          </a:p>
          <a:p>
            <a:r>
              <a:t>none → hide</a:t>
            </a:r>
          </a:p>
          <a:p/>
          <a:p>
            <a:r>
              <a:t>Example:</a:t>
            </a:r>
          </a:p>
          <a:p>
            <a:r>
              <a:t>div { display: flex;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static, relative, absolute,</a:t>
            </a:r>
          </a:p>
          <a:p>
            <a:r>
              <a:t>fixed, sticky</a:t>
            </a:r>
          </a:p>
          <a:p/>
          <a:p>
            <a:r>
              <a:t>Example:</a:t>
            </a:r>
          </a:p>
          <a:p>
            <a:r>
              <a:t>.box {</a:t>
            </a:r>
          </a:p>
          <a:p>
            <a:r>
              <a:t>  position: absolute;</a:t>
            </a:r>
          </a:p>
          <a:p>
            <a:r>
              <a:t>  top: 20px;</a:t>
            </a:r>
          </a:p>
          <a:p>
            <a:r>
              <a:t>  left: 30px;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Flexbox (Very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Bootstrap Layout</a:t>
            </a:r>
          </a:p>
          <a:p/>
          <a:p>
            <a:r>
              <a:t>Example:</a:t>
            </a:r>
          </a:p>
          <a:p>
            <a:r>
              <a:t>.container {</a:t>
            </a:r>
          </a:p>
          <a:p>
            <a:r>
              <a:t>  display: flex;</a:t>
            </a:r>
          </a:p>
          <a:p>
            <a:r>
              <a:t>  justify-content: center;</a:t>
            </a:r>
          </a:p>
          <a:p>
            <a:r>
              <a:t>  align-items: center;</a:t>
            </a:r>
          </a:p>
          <a:p>
            <a:r>
              <a:t>  gap: 10px;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CSS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.grid {</a:t>
            </a:r>
          </a:p>
          <a:p>
            <a:r>
              <a:t>  display: grid;</a:t>
            </a:r>
          </a:p>
          <a:p>
            <a:r>
              <a:t>  grid-template-columns: 1fr 1fr 1fr;</a:t>
            </a:r>
          </a:p>
          <a:p>
            <a:r>
              <a:t>  gap: 10px;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Responsive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Media Query Example:</a:t>
            </a:r>
          </a:p>
          <a:p>
            <a:r>
              <a:t>@media (max-width: 768px) {</a:t>
            </a:r>
          </a:p>
          <a:p>
            <a:r>
              <a:t>  body { background: lightblue; }</a:t>
            </a:r>
          </a:p>
          <a:p>
            <a:r>
              <a:t>}</a:t>
            </a:r>
          </a:p>
          <a:p/>
          <a:p>
            <a:r>
              <a:t>Units: %, rem, vw, vh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Colors &amp; Typography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body {</a:t>
            </a:r>
          </a:p>
          <a:p>
            <a:r>
              <a:t>  font-family: Arial;</a:t>
            </a:r>
          </a:p>
          <a:p>
            <a:r>
              <a:t>  font-size: 16px;</a:t>
            </a:r>
          </a:p>
          <a:p>
            <a:r>
              <a:t>  color: #333;</a:t>
            </a:r>
          </a:p>
          <a:p>
            <a:r>
              <a:t>  line-height: 1.5;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Transitions &amp;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.btn {</a:t>
            </a:r>
          </a:p>
          <a:p>
            <a:r>
              <a:t>  transition: 0.3s;</a:t>
            </a:r>
          </a:p>
          <a:p>
            <a:r>
              <a:t>}</a:t>
            </a:r>
          </a:p>
          <a:p/>
          <a:p>
            <a:r>
              <a:t>.btn:hover {</a:t>
            </a:r>
          </a:p>
          <a:p>
            <a:r>
              <a:t>  transform: scale(1.1);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Overflow &amp;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.box {</a:t>
            </a:r>
          </a:p>
          <a:p>
            <a:r>
              <a:t>  overflow: hidden;</a:t>
            </a:r>
          </a:p>
          <a:p>
            <a:r>
              <a:t>  opacity: 0.8;</a:t>
            </a:r>
          </a:p>
          <a:p>
            <a:r>
              <a:t>  visibility: visible;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